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SQL → MongoDB Conversion using SLMs</a:t>
            </a:r>
          </a:p>
          <a:p>
            <a:pPr lvl="1">
              <a:defRPr sz="1800">
                <a:solidFill>
                  <a:srgbClr val="464646"/>
                </a:solidFill>
              </a:defRPr>
            </a:pPr>
            <a:r>
              <a:t>Execution-Based Evaluation | Text-to-SQL + SQL-to-MongoDB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Team: Chandrashekar, Jaya Krishna, Pavan Y, Swathi</a:t>
            </a:r>
          </a:p>
          <a:p>
            <a:pPr>
              <a:defRPr sz="2200"/>
            </a:pPr>
            <a:r>
              <a:t>Professor: Dr. Anil Neelkanti | Mentors: Nayan, Himanshu</a:t>
            </a:r>
          </a:p>
          <a:p>
            <a:pPr>
              <a:defRPr sz="2200"/>
            </a:pPr>
            <a:r>
              <a:t>Institution: IIIT Hyderabad | Date: Jan 2026</a:t>
            </a:r>
          </a:p>
          <a:p>
            <a:pPr>
              <a:defRPr sz="2200"/>
            </a:pPr>
            <a:r>
              <a:t>Models: Qwen2.5 (Ollama) + Hybrid RAG + LoRA Adapter (optional)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Goal: Translate relational SQL into equivalent MongoDB pipelines</a:t>
            </a:r>
          </a:p>
          <a:p>
            <a:pPr>
              <a:defRPr sz="2000"/>
            </a:pPr>
            <a:r>
              <a:t>Hard because SQL and MongoDB differ in: joins, grouping semantics, nested queries, set ops</a:t>
            </a:r>
          </a:p>
          <a:p>
            <a:pPr>
              <a:defRPr sz="2000"/>
            </a:pPr>
            <a:r>
              <a:t>Exact string match is brittle: multiple pipelines can be correct</a:t>
            </a:r>
          </a:p>
          <a:p>
            <a:pPr>
              <a:defRPr sz="2000"/>
            </a:pPr>
            <a:r>
              <a:t>Solution: Execution-based correctness using SQLite + MongoDB runtime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Datasets &amp;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Spider (Text → SQL)</a:t>
            </a:r>
          </a:p>
          <a:p>
            <a:pPr>
              <a:defRPr sz="2000"/>
            </a:pPr>
            <a:r>
              <a:t>BIRD / Bird-Bench (SQL → MongoDB)</a:t>
            </a:r>
          </a:p>
          <a:p>
            <a:pPr>
              <a:defRPr sz="2000"/>
            </a:pPr>
            <a:r>
              <a:t>Train: 9,428 text-to-SQL samples</a:t>
            </a:r>
          </a:p>
          <a:p>
            <a:pPr>
              <a:defRPr sz="2000"/>
            </a:pPr>
            <a:r>
              <a:t>69 DB schemas + per-DB SQLite files</a:t>
            </a:r>
          </a:p>
          <a:p>
            <a:pPr>
              <a:defRPr sz="2000"/>
            </a:pPr>
            <a:r>
              <a:t>DB descriptions as CSVs for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28016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Local setup</a:t>
            </a:r>
          </a:p>
          <a:p>
            <a:pPr>
              <a:defRPr sz="2000"/>
            </a:pPr>
            <a:r>
              <a:t>SQLite: ground-truth execution</a:t>
            </a:r>
          </a:p>
          <a:p>
            <a:pPr>
              <a:defRPr sz="2000"/>
            </a:pPr>
            <a:r>
              <a:t>MongoDB 7.x: pipeline execution</a:t>
            </a:r>
          </a:p>
          <a:p>
            <a:pPr>
              <a:defRPr sz="2000"/>
            </a:pPr>
            <a:r>
              <a:t>macOS M4 Pro + Ollama local inference</a:t>
            </a:r>
          </a:p>
          <a:p>
            <a:pPr>
              <a:defRPr sz="2000"/>
            </a:pPr>
            <a:r>
              <a:t>Outputs: Mongo JSONL + execution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End-to-End Architecture (Clean)</a:t>
            </a:r>
          </a:p>
        </p:txBody>
      </p:sp>
      <p:pic>
        <p:nvPicPr>
          <p:cNvPr id="3" name="Picture 2" descr="Gemini_Generated_Image_t04ckgt04ckgt0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155680" cy="63731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7878"/>
                </a:solidFill>
              </a:defRPr>
            </a:pPr>
            <a:r>
              <a:t>Combined architecture: Text→SQL + SQL→MongoDB with Hybrid RAG, Sanitizer, Execution-based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Phase I: Text-to-SQL (Spider)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User question → Qwen2.5 (Ollama) → SQL</a:t>
            </a:r>
          </a:p>
          <a:p>
            <a:pPr>
              <a:defRPr sz="2000"/>
            </a:pPr>
            <a:r>
              <a:t>Execute SQL on SQLite (per-db .sqlite) for validation</a:t>
            </a:r>
          </a:p>
          <a:p>
            <a:pPr>
              <a:defRPr sz="2000"/>
            </a:pPr>
            <a:r>
              <a:t>Benefit: produces clean intermediate SQL and isolates errors early</a:t>
            </a:r>
          </a:p>
          <a:p>
            <a:pPr>
              <a:defRPr sz="2000"/>
            </a:pPr>
            <a:r>
              <a:t>Observed (sample runs): SQL executability ≈ 96%, exec accuracy ≈ 75% (subset)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Hybrid Retrieval (RAG) for SQL→Mongo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Goal: reduce schema hallucination &amp; improve operator mapping</a:t>
            </a:r>
          </a:p>
          <a:p>
            <a:pPr>
              <a:defRPr sz="2000"/>
            </a:pPr>
            <a:r>
              <a:t>FTS5 (SQLite): exact match for table/column names &amp; keywords</a:t>
            </a:r>
          </a:p>
          <a:p>
            <a:pPr>
              <a:defRPr sz="2000"/>
            </a:pPr>
            <a:r>
              <a:t>Embeddings: semantic schema retrieval + descriptions</a:t>
            </a:r>
          </a:p>
          <a:p>
            <a:pPr>
              <a:defRPr sz="2000"/>
            </a:pPr>
            <a:r>
              <a:t>Few-shot pool: canonical operator patterns ($lookup, $group, $unwind, $unionWith)</a:t>
            </a:r>
          </a:p>
          <a:p>
            <a:pPr>
              <a:defRPr sz="2000"/>
            </a:pPr>
            <a:r>
              <a:t>Context injection into prompt before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Phase II: SQL-to-MongoDB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Inputs: intermediate SQL + db_id + retrieved context</a:t>
            </a:r>
          </a:p>
          <a:p>
            <a:pPr>
              <a:defRPr sz="2000"/>
            </a:pPr>
            <a:r>
              <a:t>SLM outputs: find() or aggregate() pipeline JSON</a:t>
            </a:r>
          </a:p>
          <a:p>
            <a:pPr>
              <a:defRPr sz="2000"/>
            </a:pPr>
            <a:r>
              <a:t>SQL Sanitizer &amp; Normalizer: blocks unsafe/unsupported patterns, enforces canonical structure</a:t>
            </a:r>
          </a:p>
          <a:p>
            <a:pPr>
              <a:defRPr sz="2000"/>
            </a:pPr>
            <a:r>
              <a:t>Execute pipeline in MongoDB with maxTimeMS for safety</a:t>
            </a:r>
          </a:p>
          <a:p>
            <a:pPr>
              <a:defRPr sz="2000"/>
            </a:pPr>
            <a:r>
              <a:t>Store outputs as JSONL + errors + execution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Execution-Based Verification (REA)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Why not exact match? Many different pipelines produce same result</a:t>
            </a:r>
          </a:p>
          <a:p>
            <a:pPr>
              <a:defRPr sz="2000"/>
            </a:pPr>
            <a:r>
              <a:t>REA compares SQL result vs Mongo result at runtime</a:t>
            </a:r>
          </a:p>
          <a:p>
            <a:pPr>
              <a:defRPr sz="2000"/>
            </a:pPr>
            <a:r>
              <a:t>Scalar agreement: exact single value</a:t>
            </a:r>
          </a:p>
          <a:p>
            <a:pPr>
              <a:defRPr sz="2000"/>
            </a:pPr>
            <a:r>
              <a:t>Cardinality agreement: same count for COUNT-like queries</a:t>
            </a:r>
          </a:p>
          <a:p>
            <a:pPr>
              <a:defRPr sz="2000"/>
            </a:pPr>
            <a:r>
              <a:t>High-overlap agreement: Jaccard similarity on result sets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Metrics &amp; Results (1–2500 samples)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Successful conversions: 2,362</a:t>
            </a:r>
          </a:p>
          <a:p>
            <a:pPr>
              <a:defRPr sz="2000"/>
            </a:pPr>
            <a:r>
              <a:t>Mongo executable queries: 2,114</a:t>
            </a:r>
          </a:p>
          <a:p>
            <a:pPr>
              <a:defRPr sz="2000"/>
            </a:pPr>
            <a:r>
              <a:t>REA matches: 1,483</a:t>
            </a:r>
          </a:p>
          <a:p>
            <a:pPr>
              <a:defRPr sz="2000"/>
            </a:pPr>
            <a:r>
              <a:t>REA accuracy: 70.12%</a:t>
            </a:r>
          </a:p>
          <a:p>
            <a:pPr>
              <a:defRPr sz="2000"/>
            </a:pPr>
            <a:r>
              <a:t>Strict match accuracy: ~19% (too conservative)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LoRA Fine-Tuning (Optional Upgrade)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Base model: Qwen2.5-Coder-3B-Instruct | Framework: MLX-LM (Apple Silicon)</a:t>
            </a:r>
          </a:p>
          <a:p>
            <a:pPr>
              <a:defRPr sz="2000"/>
            </a:pPr>
            <a:r>
              <a:t>Total params: ~3.1B | Trainable LoRA params: ~6.6M (0.216%)</a:t>
            </a:r>
          </a:p>
          <a:p>
            <a:pPr>
              <a:defRPr sz="2000"/>
            </a:pPr>
            <a:r>
              <a:t>Training data: ~3,200 prompt–completion JSONL samples (execution-correct pairs)</a:t>
            </a:r>
          </a:p>
          <a:p>
            <a:pPr>
              <a:defRPr sz="2000"/>
            </a:pPr>
            <a:r>
              <a:t>SFT config: 2 epochs, lr=5e-5, batch=1</a:t>
            </a:r>
          </a:p>
          <a:p>
            <a:pPr>
              <a:defRPr sz="2000"/>
            </a:pPr>
            <a:r>
              <a:t>Effect: improved instruction-following + fewer invalid JSON outputs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Gradio UI Demo (Local)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Interactive inputs: SQL + DB ID (or question → SQL → Mongo)</a:t>
            </a:r>
          </a:p>
          <a:p>
            <a:pPr>
              <a:defRPr sz="2000"/>
            </a:pPr>
            <a:r>
              <a:t>Runs local conversion with Hybrid RAG enabled</a:t>
            </a:r>
          </a:p>
          <a:p>
            <a:pPr>
              <a:defRPr sz="2000"/>
            </a:pPr>
            <a:r>
              <a:t>Shows generated Mongo pipeline + execution status + diff metrics</a:t>
            </a:r>
          </a:p>
          <a:p>
            <a:pPr>
              <a:defRPr sz="2000"/>
            </a:pPr>
            <a:r>
              <a:t>Port-based launch (e.g., 7861 / 7863) for easy demos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Future Work: Agentic Retry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Move from one-shot generation to self-correcting translation</a:t>
            </a:r>
          </a:p>
          <a:p>
            <a:pPr>
              <a:defRPr sz="2000"/>
            </a:pPr>
            <a:r>
              <a:t>Planner: choose join/group strategy</a:t>
            </a:r>
          </a:p>
          <a:p>
            <a:pPr>
              <a:defRPr sz="2000"/>
            </a:pPr>
            <a:r>
              <a:t>Generator: produce candidate pipeline</a:t>
            </a:r>
          </a:p>
          <a:p>
            <a:pPr>
              <a:defRPr sz="2000"/>
            </a:pPr>
            <a:r>
              <a:t>Verifier: run execution + REA comparison</a:t>
            </a:r>
          </a:p>
          <a:p>
            <a:pPr>
              <a:defRPr sz="2000"/>
            </a:pPr>
            <a:r>
              <a:t>Fixer: apply error feedback &amp; retry until valid/executable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